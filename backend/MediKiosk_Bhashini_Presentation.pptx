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MediKiosk</a:t>
            </a:r>
          </a:p>
          <a:p>
            <a:pPr>
              <a:defRPr sz="2400" b="1">
                <a:solidFill>
                  <a:srgbClr val="10B981"/>
                </a:solidFill>
              </a:defRPr>
            </a:pPr>
            <a:r>
              <a:t>Multilingual AI Voice Intake &amp; Clinical History Platform</a:t>
            </a:r>
          </a:p>
          <a:p>
            <a:br/>
            <a:pPr>
              <a:defRPr sz="1600">
                <a:solidFill>
                  <a:srgbClr val="CBD5E1"/>
                </a:solidFill>
              </a:defRPr>
            </a:pPr>
            <a:r>
              <a:t>Smart India Hackathon (SIH 2026) · Problem Statement 26047</a:t>
            </a:r>
            <a:br/>
            <a:r>
              <a:t>Powered by Bhashini AI Speech-to-Text &amp; Translation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766E"/>
                </a:solidFill>
                <a:latin typeface="Arial"/>
              </a:defRPr>
            </a:pPr>
            <a:r>
              <a:t>Problem Statement &amp; Need</a:t>
            </a:r>
          </a:p>
          <a:p>
            <a:pPr>
              <a:defRPr sz="1400">
                <a:solidFill>
                  <a:srgbClr val="475569"/>
                </a:solidFill>
                <a:latin typeface="Arial"/>
              </a:defRPr>
            </a:pPr>
            <a:r>
              <a:t>Challenges in Indian OPDs &amp; Clinical History Taking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2918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F766E"/>
                </a:solidFill>
              </a:defRPr>
            </a:pPr>
            <a:r>
              <a:t>High Patient Volume</a:t>
            </a:r>
          </a:p>
          <a:p>
            <a:br/>
            <a:pPr>
              <a:defRPr sz="1400">
                <a:solidFill>
                  <a:srgbClr val="475569"/>
                </a:solidFill>
              </a:defRPr>
            </a:pPr>
            <a:r>
              <a:t>Indian hospital OPDs manage 4,000–10,000 patients daily, leading to extreme overcrowding and long waiting queues.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2011680"/>
            <a:ext cx="32918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F766E"/>
                </a:solidFill>
              </a:defRPr>
            </a:pPr>
            <a:r>
              <a:t>Compressed Time</a:t>
            </a:r>
          </a:p>
          <a:p>
            <a:br/>
            <a:pPr>
              <a:defRPr sz="1400">
                <a:solidFill>
                  <a:srgbClr val="475569"/>
                </a:solidFill>
              </a:defRPr>
            </a:pPr>
            <a:r>
              <a:t>Doctors have only 2–5 minutes per patient consultation, resulting in rushed or incomplete clinical history taking.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2011680"/>
            <a:ext cx="329184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F766E"/>
                </a:solidFill>
              </a:defRPr>
            </a:pPr>
            <a:r>
              <a:t>Language Barriers</a:t>
            </a:r>
          </a:p>
          <a:p>
            <a:br/>
            <a:pPr>
              <a:defRPr sz="1400">
                <a:solidFill>
                  <a:srgbClr val="475569"/>
                </a:solidFill>
              </a:defRPr>
            </a:pPr>
            <a:r>
              <a:t>Multi-regional patient populations struggle to communicate symptoms effectively due to language and dialect variations.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766E"/>
                </a:solidFill>
                <a:latin typeface="Arial"/>
              </a:defRPr>
            </a:pPr>
            <a:r>
              <a:t>Solution Overview: MediKiosk + Bhashini AI</a:t>
            </a:r>
          </a:p>
          <a:p>
            <a:pPr>
              <a:defRPr sz="1400">
                <a:solidFill>
                  <a:srgbClr val="475569"/>
                </a:solidFill>
                <a:latin typeface="Arial"/>
              </a:defRPr>
            </a:pPr>
            <a:r>
              <a:t>Automating Pre-Consultation Multilingual History Taking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766E"/>
                </a:solidFill>
              </a:defRPr>
            </a:pPr>
            <a:r>
              <a:t>🗣️ Multilingual Push-to-Talk Intake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Patients speak their symptoms naturally in their native language (Hindi, Tamil, Telugu, Marathi, Bengali, etc.) using a zero-friction Push-to-Talk kiosk button.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828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766E"/>
                </a:solidFill>
              </a:defRPr>
            </a:pPr>
            <a:r>
              <a:t>⚡ Bhashini ASR (Speech-to-Text)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Bhashini's Dhruva API converts regional speech audio instantly into text with high accuracy across 22 official Indian languages.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766E"/>
                </a:solidFill>
              </a:defRPr>
            </a:pPr>
            <a:r>
              <a:t>🌐 Bhashini Machine Translation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Translates native language descriptions into standardized medical terms and English notes for doctor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4114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766E"/>
                </a:solidFill>
              </a:defRPr>
            </a:pPr>
            <a:r>
              <a:t>🔊 Bhashini TTS (Voice Prompts)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Provides audio-guided voice prompts to assist non-literate patients through the intake interview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766E"/>
                </a:solidFill>
                <a:latin typeface="Arial"/>
              </a:defRPr>
            </a:pPr>
            <a:r>
              <a:t>Technical Architecture &amp; Stack</a:t>
            </a:r>
          </a:p>
          <a:p>
            <a:pPr>
              <a:defRPr sz="1400">
                <a:solidFill>
                  <a:srgbClr val="475569"/>
                </a:solidFill>
                <a:latin typeface="Arial"/>
              </a:defRPr>
            </a:pPr>
            <a:r>
              <a:t>Scalable, Standards-Compliant Medical 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766E"/>
                </a:solidFill>
              </a:defRPr>
            </a:pPr>
            <a:r>
              <a:t>AI &amp; Bhashini API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• Bhashini ASR (Speech-to-Text)</a:t>
            </a:r>
            <a:br/>
            <a:r>
              <a:t>• Bhashini TTS (Text-to-Speech)</a:t>
            </a:r>
            <a:br/>
            <a:r>
              <a:t>• Bhashini NMT Translation</a:t>
            </a:r>
            <a:br/>
            <a:r>
              <a:t>• Clinical Summarizer (LLM)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1828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766E"/>
                </a:solidFill>
              </a:defRPr>
            </a:pPr>
            <a:r>
              <a:t>Backend &amp; Infrastructure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• FastAPI (Python)</a:t>
            </a:r>
            <a:br/>
            <a:r>
              <a:t>• Async HTTPX Client</a:t>
            </a:r>
            <a:br/>
            <a:r>
              <a:t>• Pydantic Data Schemas</a:t>
            </a:r>
            <a:br/>
            <a:r>
              <a:t>• Supabase (PostgreSQL)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766E"/>
                </a:solidFill>
              </a:defRPr>
            </a:pPr>
            <a:r>
              <a:t>Frontend Kiosk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• React (Vite)</a:t>
            </a:r>
            <a:br/>
            <a:r>
              <a:t>• Web Audio API (PTT Audio)</a:t>
            </a:r>
            <a:br/>
            <a:r>
              <a:t>• TailwindCSS UI</a:t>
            </a:r>
            <a:br/>
            <a:r>
              <a:t>• Responsive Kiosk Layout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4114800"/>
            <a:ext cx="51206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F766E"/>
                </a:solidFill>
              </a:defRPr>
            </a:pPr>
            <a:r>
              <a:t>Healthcare Standards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• ABDM / ABHA Sandbox Integration</a:t>
            </a:r>
            <a:br/>
            <a:r>
              <a:t>• FHIR Standard JSON Summaries</a:t>
            </a:r>
            <a:br/>
            <a:r>
              <a:t>• NAMASTE / ICD-11 Medical Coding</a:t>
            </a:r>
            <a:br/>
            <a:r>
              <a:t>• DPDP Act 2023 Data Privacy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766E"/>
                </a:solidFill>
                <a:latin typeface="Arial"/>
              </a:defRPr>
            </a:pPr>
            <a:r>
              <a:t>End-to-End Solution Workflow</a:t>
            </a:r>
          </a:p>
          <a:p>
            <a:pPr>
              <a:defRPr sz="1400">
                <a:solidFill>
                  <a:srgbClr val="475569"/>
                </a:solidFill>
                <a:latin typeface="Arial"/>
              </a:defRPr>
            </a:pPr>
            <a:r>
              <a:t>5-Step Patient Intake to Clinical Summary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057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Step 1: Patient Login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Patient checks in at kiosk via ABHA ID or audio-guided registration.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0360" y="2011680"/>
            <a:ext cx="2057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Step 2: Voice Intake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Patient speaks symptoms using Push-to-Talk button in regional language.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011680"/>
            <a:ext cx="2057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Step 3: Bhashini ASR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Audio is streamed to Bhashini API for instant speech recognition &amp; translation.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2011680"/>
            <a:ext cx="2057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Step 4: Clinical Structuring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Symptoms &amp; prior lab OCR parsed into FHIR structured clinical format.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0" y="2011680"/>
            <a:ext cx="2057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766E"/>
                </a:solidFill>
              </a:defRPr>
            </a:pPr>
            <a:r>
              <a:t>Step 5: Doctor Review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Doctor views 30-second structured summary before patient enters consultation room.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6984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Expected Impact &amp; Value Proposition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560320"/>
            <a:ext cx="512064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⏱️ 60% Reduction in Intake Time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Eliminates manual clinical history taking during doctor consultations.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0" y="2560320"/>
            <a:ext cx="512064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🗣️ Zero Language Barriers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Empowers patients across all 22 Indian languages using Bhashini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512064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📋 High-Quality FHIR Summaries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Gives physicians instant 30-second reviewable clinical notes.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4389120"/>
            <a:ext cx="5120640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🔐 Fully ABDM &amp; DPDP Compliant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Ensures strict healthcare data privacy and seamless health ecosystem linkage.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